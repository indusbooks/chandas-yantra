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Digital Swadeshi India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Strengthening Local Markets through Digital Empowerment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Dependence on large e-commerce platforms affecting local businesses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Hyperlocal digital ecosystem connecting sellers, customers, and B2B networks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Seller apps, local discovery, UPI payments, delivery network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Local income growth, employment, supply chain strength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From Local Shops to National Strength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